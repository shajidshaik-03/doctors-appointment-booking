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jidshaik553@gmail.com" userId="b1e5d6cf3e1c7869" providerId="LiveId" clId="{2E738C23-79CA-45F3-87A2-438B8746B65C}"/>
    <pc:docChg chg="custSel modSld">
      <pc:chgData name="shajidshaik553@gmail.com" userId="b1e5d6cf3e1c7869" providerId="LiveId" clId="{2E738C23-79CA-45F3-87A2-438B8746B65C}" dt="2026-10-10T07:05:10.338" v="6" actId="1076"/>
      <pc:docMkLst>
        <pc:docMk/>
      </pc:docMkLst>
      <pc:sldChg chg="delSp modSp mod">
        <pc:chgData name="shajidshaik553@gmail.com" userId="b1e5d6cf3e1c7869" providerId="LiveId" clId="{2E738C23-79CA-45F3-87A2-438B8746B65C}" dt="2026-10-10T07:05:10.338" v="6" actId="1076"/>
        <pc:sldMkLst>
          <pc:docMk/>
          <pc:sldMk cId="0" sldId="262"/>
        </pc:sldMkLst>
        <pc:spChg chg="mod">
          <ac:chgData name="shajidshaik553@gmail.com" userId="b1e5d6cf3e1c7869" providerId="LiveId" clId="{2E738C23-79CA-45F3-87A2-438B8746B65C}" dt="2026-10-10T07:05:10.338" v="6" actId="107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shajidshaik553@gmail.com" userId="b1e5d6cf3e1c7869" providerId="LiveId" clId="{2E738C23-79CA-45F3-87A2-438B8746B65C}" dt="2026-10-10T07:04:55.575" v="1" actId="478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shajidshaik553@gmail.com" userId="b1e5d6cf3e1c7869" providerId="LiveId" clId="{2E738C23-79CA-45F3-87A2-438B8746B65C}" dt="2026-10-10T07:05:01.820" v="4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shajidshaik553@gmail.com" userId="b1e5d6cf3e1c7869" providerId="LiveId" clId="{2E738C23-79CA-45F3-87A2-438B8746B65C}" dt="2026-10-10T07:05:05.896" v="5" actId="478"/>
          <ac:spMkLst>
            <pc:docMk/>
            <pc:sldMk cId="0" sldId="262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52560" y="0"/>
            <a:ext cx="3154680" cy="6858000"/>
          </a:xfrm>
          <a:prstGeom prst="rect">
            <a:avLst/>
          </a:prstGeom>
          <a:solidFill>
            <a:srgbClr val="16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55480" y="0"/>
            <a:ext cx="128016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378440" y="822960"/>
            <a:ext cx="1097280" cy="10972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789920" y="1234440"/>
            <a:ext cx="685800" cy="109728"/>
          </a:xfrm>
          <a:prstGeom prst="rect">
            <a:avLst/>
          </a:prstGeom>
          <a:solidFill>
            <a:srgbClr val="5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79552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DOCTOR APPOINTMENT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BOOKING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78DCDC"/>
                </a:solidFill>
                <a:latin typeface="Aptos"/>
              </a:defRPr>
            </a:pPr>
            <a:r>
              <a:t>Final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MERN Stack • Web-Based Appointment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B4C8D7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Shajid Shaik  |  Raja Pavan  |  K. Yashwanth  |  Safroz Mohammad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CDDCE6"/>
                </a:solidFill>
                <a:latin typeface="Aptos"/>
              </a:defRPr>
            </a:pPr>
            <a:r>
              <a:t>Department: AIML  |  Malla Reddy Vishwavidyapeeth  |  Academic Year: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1.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1051560" cy="6400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A6C7A"/>
                </a:solidFill>
                <a:latin typeface="Aptos"/>
              </a:defRPr>
            </a:pPr>
            <a:r>
              <a:t>Purpose, problem, and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A6C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303C"/>
                </a:solidFill>
                <a:latin typeface="Aptos"/>
              </a:defRPr>
            </a:pPr>
            <a:r>
              <a:t>•  Manual appointment booking can cause delays, phone-call dependency, and scheduling conflicts.</a:t>
            </a:r>
          </a:p>
          <a:p>
            <a:pPr>
              <a:spcAft>
                <a:spcPts val="1300"/>
              </a:spcAft>
              <a:defRPr sz="2000">
                <a:solidFill>
                  <a:srgbClr val="23303C"/>
                </a:solidFill>
                <a:latin typeface="Aptos"/>
              </a:defRPr>
            </a:pPr>
            <a:r>
              <a:t>•  The system provides a digital way for patients to find doctors and request appointment slots.</a:t>
            </a:r>
          </a:p>
          <a:p>
            <a:pPr>
              <a:spcAft>
                <a:spcPts val="1300"/>
              </a:spcAft>
              <a:defRPr sz="2000">
                <a:solidFill>
                  <a:srgbClr val="23303C"/>
                </a:solidFill>
                <a:latin typeface="Aptos"/>
              </a:defRPr>
            </a:pPr>
            <a:r>
              <a:t>•  Patients can view doctor details and manage their bookings through a web interface.</a:t>
            </a:r>
          </a:p>
          <a:p>
            <a:pPr>
              <a:spcAft>
                <a:spcPts val="1300"/>
              </a:spcAft>
              <a:defRPr sz="2000">
                <a:solidFill>
                  <a:srgbClr val="23303C"/>
                </a:solidFill>
                <a:latin typeface="Aptos"/>
              </a:defRPr>
            </a:pPr>
            <a:r>
              <a:t>•  Authorized staff can manage doctor information and appointment schedules, if included.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2. Objectives &amp; 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1051560" cy="6400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A6C7A"/>
                </a:solidFill>
                <a:latin typeface="Aptos"/>
              </a:defRPr>
            </a:pPr>
            <a:r>
              <a:t>What the application is designed to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A6C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96A0"/>
                </a:solidFill>
                <a:latin typeface="Aptos"/>
              </a:defRPr>
            </a:pPr>
            <a:r>
              <a:t>Patient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06040"/>
            <a:ext cx="47091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303C"/>
                </a:solidFill>
                <a:latin typeface="Aptos"/>
              </a:defRPr>
            </a:pPr>
            <a:r>
              <a:t>•  Register and log in</a:t>
            </a:r>
          </a:p>
          <a:p>
            <a:pPr>
              <a:spcAft>
                <a:spcPts val="1300"/>
              </a:spcAft>
              <a:defRPr sz="1700">
                <a:solidFill>
                  <a:srgbClr val="23303C"/>
                </a:solidFill>
                <a:latin typeface="Aptos"/>
              </a:defRPr>
            </a:pPr>
            <a:r>
              <a:t>•  Search doctors by name or specialization</a:t>
            </a:r>
          </a:p>
          <a:p>
            <a:pPr>
              <a:spcAft>
                <a:spcPts val="1300"/>
              </a:spcAft>
              <a:defRPr sz="1700">
                <a:solidFill>
                  <a:srgbClr val="23303C"/>
                </a:solidFill>
                <a:latin typeface="Aptos"/>
              </a:defRPr>
            </a:pPr>
            <a:r>
              <a:t>•  Choose date and available time</a:t>
            </a:r>
          </a:p>
          <a:p>
            <a:pPr>
              <a:spcAft>
                <a:spcPts val="1300"/>
              </a:spcAft>
              <a:defRPr sz="1700">
                <a:solidFill>
                  <a:srgbClr val="23303C"/>
                </a:solidFill>
                <a:latin typeface="Aptos"/>
              </a:defRPr>
            </a:pPr>
            <a:r>
              <a:t>•  View appointment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69164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965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96A0"/>
                </a:solidFill>
                <a:latin typeface="Aptos"/>
              </a:defRPr>
            </a:pPr>
            <a:r>
              <a:t>Management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2606040"/>
            <a:ext cx="47091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303C"/>
                </a:solidFill>
                <a:latin typeface="Aptos"/>
              </a:defRPr>
            </a:pPr>
            <a:r>
              <a:t>•  Maintain doctor profiles</a:t>
            </a:r>
          </a:p>
          <a:p>
            <a:pPr>
              <a:spcAft>
                <a:spcPts val="1300"/>
              </a:spcAft>
              <a:defRPr sz="1700">
                <a:solidFill>
                  <a:srgbClr val="23303C"/>
                </a:solidFill>
                <a:latin typeface="Aptos"/>
              </a:defRPr>
            </a:pPr>
            <a:r>
              <a:t>•  Create and retrieve bookings</a:t>
            </a:r>
          </a:p>
          <a:p>
            <a:pPr>
              <a:spcAft>
                <a:spcPts val="1300"/>
              </a:spcAft>
              <a:defRPr sz="1700">
                <a:solidFill>
                  <a:srgbClr val="23303C"/>
                </a:solidFill>
                <a:latin typeface="Aptos"/>
              </a:defRPr>
            </a:pPr>
            <a:r>
              <a:t>•  Update or cancel appointments</a:t>
            </a:r>
          </a:p>
          <a:p>
            <a:pPr>
              <a:spcAft>
                <a:spcPts val="1300"/>
              </a:spcAft>
              <a:defRPr sz="1700">
                <a:solidFill>
                  <a:srgbClr val="23303C"/>
                </a:solidFill>
                <a:latin typeface="Aptos"/>
              </a:defRPr>
            </a:pPr>
            <a:r>
              <a:t>•  Validate inputs and permissions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3. MERN Stack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1051560" cy="6400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A6C7A"/>
                </a:solidFill>
                <a:latin typeface="Aptos"/>
              </a:defRPr>
            </a:pPr>
            <a:r>
              <a:t>Client-server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A6C7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2148840" cy="1325880"/>
          </a:xfrm>
          <a:prstGeom prst="round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24231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8529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Frontend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14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600" b="1">
                <a:solidFill>
                  <a:srgbClr val="009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148840"/>
            <a:ext cx="2148840" cy="132588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0168" y="24231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8529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514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600" b="1">
                <a:solidFill>
                  <a:srgbClr val="009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148840"/>
            <a:ext cx="2148840" cy="132588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24231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8529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Backend 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514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600" b="1">
                <a:solidFill>
                  <a:srgbClr val="009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2148840"/>
            <a:ext cx="2148840" cy="1325880"/>
          </a:xfrm>
          <a:prstGeom prst="round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82328" y="24231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28529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Data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303C"/>
                </a:solidFill>
                <a:latin typeface="Aptos"/>
              </a:defRPr>
            </a:pPr>
            <a:r>
              <a:t>•  React sends HTTP requests to the Express API.</a:t>
            </a:r>
          </a:p>
          <a:p>
            <a:pPr>
              <a:spcAft>
                <a:spcPts val="1300"/>
              </a:spcAft>
              <a:defRPr sz="1700">
                <a:solidFill>
                  <a:srgbClr val="23303C"/>
                </a:solidFill>
                <a:latin typeface="Aptos"/>
              </a:defRPr>
            </a:pPr>
            <a:r>
              <a:t>•  Node.js runs backend logic and validation.</a:t>
            </a:r>
          </a:p>
          <a:p>
            <a:pPr>
              <a:spcAft>
                <a:spcPts val="1300"/>
              </a:spcAft>
              <a:defRPr sz="1700">
                <a:solidFill>
                  <a:srgbClr val="23303C"/>
                </a:solidFill>
                <a:latin typeface="Aptos"/>
              </a:defRPr>
            </a:pPr>
            <a:r>
              <a:t>•  MongoDB stores patient, doctor, and appointment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4. Workflow &amp; Algorithms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1051560" cy="6400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A6C7A"/>
                </a:solidFill>
                <a:latin typeface="Aptos"/>
              </a:defRPr>
            </a:pPr>
            <a:r>
              <a:t>How an appointment request is processed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A6C7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1874519"/>
            <a:ext cx="621792" cy="621792"/>
          </a:xfrm>
          <a:prstGeom prst="ellipse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93392"/>
            <a:ext cx="6217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2263F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724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5A6C7A"/>
                </a:solidFill>
                <a:latin typeface="Aptos"/>
              </a:defRPr>
            </a:pPr>
            <a:r>
              <a:t>Verify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8" y="19933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2263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2944368" y="1874519"/>
            <a:ext cx="621792" cy="621792"/>
          </a:xfrm>
          <a:prstGeom prst="ellipse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1993392"/>
            <a:ext cx="6217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6974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2263F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12724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5A6C7A"/>
                </a:solidFill>
                <a:latin typeface="Aptos"/>
              </a:defRPr>
            </a:pPr>
            <a:r>
              <a:t>Find a doctor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1335" y="19933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2263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4882896" y="1874519"/>
            <a:ext cx="621792" cy="621792"/>
          </a:xfrm>
          <a:prstGeom prst="ellipse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82896" y="1993392"/>
            <a:ext cx="6217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6974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2263F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312724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5A6C7A"/>
                </a:solidFill>
                <a:latin typeface="Aptos"/>
              </a:defRPr>
            </a:pPr>
            <a:r>
              <a:t>Choose date/time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9864" y="19933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2263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6821424" y="1874519"/>
            <a:ext cx="621792" cy="621792"/>
          </a:xfrm>
          <a:prstGeom prst="ellipse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21424" y="1993392"/>
            <a:ext cx="6217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6974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2263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312724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5A6C7A"/>
                </a:solidFill>
                <a:latin typeface="Aptos"/>
              </a:defRPr>
            </a:pPr>
            <a:r>
              <a:t>Check availability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8392" y="19933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2263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8759952" y="1874519"/>
            <a:ext cx="621792" cy="621792"/>
          </a:xfrm>
          <a:prstGeom prst="ellipse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59952" y="1993392"/>
            <a:ext cx="6217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26974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2263F"/>
                </a:solidFill>
                <a:latin typeface="Aptos"/>
              </a:defRPr>
            </a:pPr>
            <a:r>
              <a:t>Save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312724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5A6C7A"/>
                </a:solidFill>
                <a:latin typeface="Aptos"/>
              </a:defRPr>
            </a:pPr>
            <a:r>
              <a:t>Create booking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19933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2263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Oval 30"/>
          <p:cNvSpPr/>
          <p:nvPr/>
        </p:nvSpPr>
        <p:spPr>
          <a:xfrm>
            <a:off x="10698480" y="1874519"/>
            <a:ext cx="621792" cy="621792"/>
          </a:xfrm>
          <a:prstGeom prst="ellipse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98480" y="1993392"/>
            <a:ext cx="6217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26974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2263F"/>
                </a:solidFill>
                <a:latin typeface="Aptos"/>
              </a:defRPr>
            </a:pPr>
            <a:r>
              <a:t>Confirm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312724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5A6C7A"/>
                </a:solidFill>
                <a:latin typeface="Aptos"/>
              </a:defRPr>
            </a:pPr>
            <a:r>
              <a:t>Show 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5720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23303C"/>
                </a:solidFill>
                <a:latin typeface="Aptos"/>
              </a:defRPr>
            </a:pPr>
            <a:r>
              <a:t>Core logic: authentication • doctor search • availability checking • booking validation • appointment status updates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5321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5A6C7A"/>
                </a:solidFill>
                <a:latin typeface="Aptos"/>
              </a:defRPr>
            </a:pPr>
            <a:r>
              <a:t>The backend should prevent two users from booking the same slot.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263F"/>
                </a:solidFill>
                <a:latin typeface="Aptos"/>
              </a:defRPr>
            </a:pPr>
            <a:r>
              <a:t>5. Testing, Security &amp; Expected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1051560" cy="6400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A6C7A"/>
                </a:solidFill>
                <a:latin typeface="Aptos"/>
              </a:defRPr>
            </a:pPr>
            <a:r>
              <a:t>Quality checks for the backend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A6C7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303C"/>
                </a:solidFill>
                <a:latin typeface="Aptos"/>
              </a:defRPr>
            </a:pPr>
            <a:r>
              <a:t>•  Test APIs with Postman: registration, login, doctor listing, and appointment creation.</a:t>
            </a:r>
          </a:p>
          <a:p>
            <a:pPr>
              <a:spcAft>
                <a:spcPts val="1300"/>
              </a:spcAft>
              <a:defRPr sz="1800">
                <a:solidFill>
                  <a:srgbClr val="23303C"/>
                </a:solidFill>
                <a:latin typeface="Aptos"/>
              </a:defRPr>
            </a:pPr>
            <a:r>
              <a:t>•  Validate required fields, dates, doctor availability, and duplicate booking attempts.</a:t>
            </a:r>
          </a:p>
          <a:p>
            <a:pPr>
              <a:spcAft>
                <a:spcPts val="1300"/>
              </a:spcAft>
              <a:defRPr sz="1800">
                <a:solidFill>
                  <a:srgbClr val="23303C"/>
                </a:solidFill>
                <a:latin typeface="Aptos"/>
              </a:defRPr>
            </a:pPr>
            <a:r>
              <a:t>•  Protect routes with authentication and role-based authorization where required.</a:t>
            </a:r>
          </a:p>
          <a:p>
            <a:pPr>
              <a:spcAft>
                <a:spcPts val="1300"/>
              </a:spcAft>
              <a:defRPr sz="1800">
                <a:solidFill>
                  <a:srgbClr val="23303C"/>
                </a:solidFill>
                <a:latin typeface="Aptos"/>
              </a:defRPr>
            </a:pPr>
            <a:r>
              <a:t>•  Hash passwords and keep database credentials in environment variables.</a:t>
            </a:r>
          </a:p>
          <a:p>
            <a:pPr>
              <a:spcAft>
                <a:spcPts val="1300"/>
              </a:spcAft>
              <a:defRPr sz="1800">
                <a:solidFill>
                  <a:srgbClr val="23303C"/>
                </a:solidFill>
                <a:latin typeface="Aptos"/>
              </a:defRPr>
            </a:pPr>
            <a:r>
              <a:t>•  Expected outcome: organized appointment records and a simpler booking process.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7150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96A0"/>
                </a:solidFill>
                <a:latin typeface="Aptos"/>
              </a:defRPr>
            </a:pPr>
            <a:r>
              <a:t>Report actual test results only after running the implemented application.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8384" y="2834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400</Words>
  <Application>Microsoft Office PowerPoint</Application>
  <PresentationFormat>Widescreen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shajidshaik553@gmail.com</cp:lastModifiedBy>
  <cp:revision>1</cp:revision>
  <dcterms:created xsi:type="dcterms:W3CDTF">2013-01-27T09:14:16Z</dcterms:created>
  <dcterms:modified xsi:type="dcterms:W3CDTF">2026-10-10T07:05:10Z</dcterms:modified>
  <cp:category/>
</cp:coreProperties>
</file>